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502920"/>
            <a:ext cx="155448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5544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技术方案汇报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713232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1">
                <a:solidFill>
                  <a:srgbClr val="F8FAFD"/>
                </a:solidFill>
                <a:latin typeface="Droid Sans Fallback"/>
              </a:rPr>
              <a:t>融合算子自动生成
MM + AllReduce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834640"/>
            <a:ext cx="6858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把集合通信 MILP 求解器扩展到「边算边传」：
计算编译器给定切块和计算顺序，求解器只编排通信。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09560" y="1097280"/>
            <a:ext cx="3611880" cy="41605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83879" y="1554480"/>
            <a:ext cx="306324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79" y="1554480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1  计算怎么切、何时算完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2651760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79" y="2651760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2  通信何时发、走哪条路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3749039"/>
            <a:ext cx="306324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83879" y="3749039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3  两件事重叠，不互相改写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5989320"/>
            <a:ext cx="594360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8294AE"/>
                </a:solidFill>
                <a:latin typeface="Droid Sans Fallback"/>
              </a:rPr>
              <a:t>面向非本领域听众  |  2026-09
对应 docs/fusion_milp_input.md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结论先行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今天要拍的板：求解器不搜计算，只排通信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34440"/>
            <a:ext cx="553212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64008" cy="31546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建议采用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73352"/>
            <a:ext cx="5202936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计算编译器给两样：
  tiling（空间怎么切）
  计算流图（这些块何时算完）
通信 MILP 只决定：
  算完的数据何时发给谁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234440"/>
            <a:ext cx="5349240" cy="31546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234440"/>
            <a:ext cx="64008" cy="315468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2588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不建议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73352"/>
            <a:ext cx="5020055" cy="2606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不要让通信求解器去选矩阵乘的切块大小
不要让它重排计算顺序
那是另一类编译器，塞进同一个方程会又慢又不准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11109960" cy="13258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672583"/>
            <a:ext cx="10853928" cy="1216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MILP = 混合整数线性规划。工业界用它自动生成集合通信的「谁在何时发给谁」。代表工作：TACCL、TE-CCL、SyCCL。它们从来只搜通信，不搜矩阵乘怎么切。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问题从哪来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业务场景：一张卡算不完的线性层，要切到多卡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大模型里最常见的一层：Y = X W     （矩阵乘，也叫 GEMM / Linear）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64008" cy="2331720"/>
          </a:xfrm>
          <a:prstGeom prst="rect">
            <a:avLst/>
          </a:prstGeom>
          <a:solidFill>
            <a:srgbClr val="8294AE"/>
          </a:solidFill>
          <a:ln>
            <a:solidFill>
              <a:srgbClr val="8294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单卡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X、W 都在一张 NPU 上
算出完整的 Y
没有卡间通信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45920"/>
            <a:ext cx="64008" cy="233172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行并行（张量并行）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每张卡只持有 W 的一竖条
各卡算出 Y 的一块「半成品」
必须 AllReduce 才能得到完整 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64592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64592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7373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我们要生成的融合算子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084832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不要等全部半成品算完再通信
一块半成品写出来就往外传
计算和通信在时间上重叠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06240"/>
            <a:ext cx="11109960" cy="169164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261103"/>
            <a:ext cx="10853928" cy="1581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张量并行（TP）：把一个很大的矩阵乘拆到多张卡上算。行并行时，每张卡的局部结果要加在一起——这就是 AllReduce。列并行对应的是 AllGather，不要和 AllReduce 混用。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背景：集合通信是什么，AllReduce 做什么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576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88036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集合通信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3284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一群卡按固定语义交换数据。
常见：AllReduce / AllGather /
ReduceScatter / Broadcast。
通信库：NCCL（NVIDIA）、HCCL（昇腾）。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64008" cy="28803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AllReduce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3284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每张卡有一份同形状的数。
结束后每张卡都拿到
「所有卡对应位置加总」的结果。
训练里用来把切开来的线性层拼回去。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188720"/>
            <a:ext cx="342900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64008" cy="288036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80160"/>
            <a:ext cx="31363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算法长什么样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627632"/>
            <a:ext cx="309981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常见 Ring（围成环，一拍传一块）
和 HD（对半加减，对端每拍换）。
本方案默认把这种邻居关系冻住，
求解器不换算法，只排何时发。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97680"/>
            <a:ext cx="11109960" cy="16459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352544"/>
            <a:ext cx="10853928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可以把 AllReduce 想成「开会时每人报一个数，最后每人手里都是总和」。Ring 是按座位传纸条；HD 是按 1、2、4… 号距离对喊。求解器若连座位表一起搜，规模会爆，所以座位表（算法）建议给定。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tiling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背景：矩阵乘不能整块算，必须切成 tile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474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Y 很大，片上缓存放不下。编译器把 Y 切成许多小矩形，一块一块算完再写出。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3317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BM × 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输出 Y 上一个小矩形的高和宽。
这是能交给通信的最小「成品块」，
叫 C-tile。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554480"/>
            <a:ext cx="64008" cy="233172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BK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沿 K 方向一次吃多长。
一个 C-tile 要折好几次 K
才算完、才能写出去。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554480"/>
            <a:ext cx="36118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554480"/>
            <a:ext cx="64008" cy="23317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64592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循环顺序 /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1993391"/>
            <a:ext cx="3282696" cy="17830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先算哪一行、哪一列；
同一拍片上能并几块。
这决定「第几块何时出炉」。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14800"/>
            <a:ext cx="11109960" cy="17830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169663"/>
            <a:ext cx="10853928" cy="16733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tiling = 切块策略，是计算编译器（Triton / CUTLASS / AscendC）的主业。它只回答「空间上切成哪些块」，不回答「通信走哪条网线」。选错切块，卡的算力都喂不饱，这不是通信求解器能替代的。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计算流图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背景：计算流图 = 这些 tile 按什么顺序、花多长时间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576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46888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节点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3284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每一个 C-tile（或同一拍的一组，叫 wave）。
必须和 tiling 切出来的块是同一套名字，
不能另编一套编号。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88720"/>
            <a:ext cx="36576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188720"/>
            <a:ext cx="64008" cy="246888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280160"/>
            <a:ext cx="33649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边 = 依赖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627632"/>
            <a:ext cx="33284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同一块输出沿 K 必须按序累加；
kernel 里已经排好的发射顺序。
本方案要求这是「已经排好的计划」，
不是还可以随便重排的草稿。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188720"/>
            <a:ext cx="3429000" cy="246888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1188720"/>
            <a:ext cx="64008" cy="246888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280160"/>
            <a:ext cx="313639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dur = 耗时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1627632"/>
            <a:ext cx="3099816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这块占计算单元多久。
由切块大小和芯片峰值估出来，
当已知数，不当求解变量。
有了顺序和 dur，就能推出完成时刻。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886200"/>
            <a:ext cx="11109960" cy="19659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941063"/>
            <a:ext cx="10853928" cy="18562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流图可以想成工厂流水线的工单：第 1 块 10 微秒、第 2 块接着做……。没有「谁先谁后」和「做多久」，就不知道半成品何时能装箱发货，通信求解器无法开工。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名词  /  MILP 综合器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背景：现有求解器本来只干一件事——编通信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输入：卡怎么连、每条链路多慢、要做哪种集合、数据切成几块。
输出：一张时刻表——谁在何时把哪一块发给谁。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64008" cy="196596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TACCL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把拓扑和集体语义写成整数规划
搜通信日程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920240"/>
            <a:ext cx="64008" cy="19659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TE-CCL / OptCCL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更细的时间或代价模型
仍只搜通信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920240"/>
            <a:ext cx="3611880" cy="19659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920240"/>
            <a:ext cx="64008" cy="196596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201168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SyCCL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59152"/>
            <a:ext cx="3282696" cy="14173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用对称把大规模切成小问题
仍然不碰矩阵乘切块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0520"/>
            <a:ext cx="11109960" cy="17373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4215383"/>
            <a:ext cx="10853928" cy="16276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这些求解器假设「数据一开始就在」。融合场景里，数据是矩阵乘一块块生产出来的——所以我们只多加一条规矩：这块还没算完，不准发。求解器本体不用推倒重来。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动机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要解决的低效：算完再传 vs 边算边传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5394960" cy="27889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78892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510235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现在常见（两阶段）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5065776" cy="2240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全部 C-tile 算完
→ 再启动一次 AllReduce
时间 ≈ 计算 + 通信
卡在通信时计算单元空转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394960" cy="27889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63640" y="1188720"/>
            <a:ext cx="64008" cy="27889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280160"/>
            <a:ext cx="510235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融合算子（目标）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627632"/>
            <a:ext cx="5065776" cy="22402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第 1 块写出来就开始传
后面的块边算边传
时间 ≈ max(计算, 通信) 量级
这就是 MM+AllReduce 融合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206240"/>
            <a:ext cx="11109960" cy="16459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261103"/>
            <a:ext cx="10853928" cy="15361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「融合算子」不是把两个 API 写成一个函数名就完了。关键是时间上重叠，且重叠必须合法：没生产出来的数不能提前进 AllReduce，否则结果是错的。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分工理由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为什么不让求解器连切块一起搜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88720"/>
            <a:ext cx="64008" cy="2880360"/>
          </a:xfrm>
          <a:prstGeom prst="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搜的东西不一样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通信变量：哪块数据走哪条链路。
切块变量：小矩形长宽、流水级数。
乘在一起，方程规模爆炸。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64008" cy="288036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快慢模型不一样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链路用「启动延迟 + 每字节时间」。
切块快慢取决于计算单元和内存层次。
通信求解器没有一份可信的切块耗时表。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188720"/>
            <a:ext cx="3611880" cy="288036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188720"/>
            <a:ext cx="64008" cy="288036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280160"/>
            <a:ext cx="331927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改切块等于改实现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627632"/>
            <a:ext cx="3282696" cy="2331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切块、累加顺序、尾处理（bias/激活）
影响数值。这是计算编译器的职责，
通信求解器改了就是改 GEMM。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297680"/>
            <a:ext cx="11109960" cy="155448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4352544"/>
            <a:ext cx="10853928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如果以后要试几种切块，放在外层：计算编译器给出 3～5 套候选，每套跑一次通信求解器，比较总完成时间。切块仍然不进求解器内部。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架构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方案：编译器给两份，求解器只编通信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417320"/>
            <a:ext cx="242316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计算编译器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① tiling
② 计算流图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566160" y="1417320"/>
            <a:ext cx="242316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机械推导  不搜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9359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何时有货 ready
计算占了哪些资源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508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92240" y="1417320"/>
            <a:ext cx="242316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通信 MILP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在「不准早发」下
排出 AllReduce 时刻表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011680"/>
            <a:ext cx="36576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60" y="123444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418320" y="1417320"/>
            <a:ext cx="242316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0" y="141732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融合算子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45752" y="1965960"/>
            <a:ext cx="237744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按时刻表
边算边传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840480"/>
            <a:ext cx="109728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求解器可以决定：某块数据 ready 之后，走哪条链路、哪个时刻发出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求解器不可以决定：切块长宽、计算顺序、激活做在 AllReduce 前还是后</a:t>
            </a:r>
          </a:p>
          <a:p>
            <a:pPr>
              <a:spcAft>
                <a:spcPts val="800"/>
              </a:spcAft>
              <a:defRPr sz="1500">
                <a:solidFill>
                  <a:srgbClr val="E5ECF5"/>
                </a:solidFill>
                <a:latin typeface="Droid Sans Fallback"/>
              </a:defRPr>
            </a:pPr>
            <a:r>
              <a:t>•  AllReduce 的邻居关系（Ring / HD）建议一并给定，求解器不换算法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49240"/>
            <a:ext cx="11109960" cy="9601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5404103"/>
            <a:ext cx="10853928" cy="8503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和上一页合起来：我们扩展的是「数据什么时候存在」，不是扩展求解器去当计算编译器。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编译器接口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两份输入分别回答什么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2461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24612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tiling = 空间怎么切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697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Y 切成多少个 C-tile、每块多大
沿 K 要折几次才写完一块
循环先走哪一维、一拍并几块
写到内存后过多久通信才看得见
没有「第 3 块几点钟出炉」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24612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24612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计算流图 = 这些块何时算完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697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节点 = 上面那些 C-tile（同一套编号）
边 = 已排好的计算顺序
每节点做多久
没有「几块拼成一次 AllReduce 的一包」
那是切块网格上的简单合并规则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17720"/>
            <a:ext cx="11109960" cy="12801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672583"/>
            <a:ext cx="10853928" cy="11704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只有 tiling：知道切成哪些块，不知道何时有货。只有流图：知道何时算完哪块，不知道通信按几块打一包。所以两份都要，但各自只答一件事。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推导  /  避免重复输入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不必再要第三份：有货时间和资源占用都能推出来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1097280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上一轮讨论里出现过 produce、占用时间轴。它们不是编译器另交的图，而是下面两个函数。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553212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64008" cy="2606040"/>
          </a:xfrm>
          <a:prstGeom prst="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何时有货 ready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93391"/>
            <a:ext cx="5202936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约定：连续若干个 C-tile 合成通信的一包
（默认同一块 C-tile 就是一包，最简单）
这一包的 ready = 其中最晚写完的那块
再加一个固定的写出延迟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49240" cy="26060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554480"/>
            <a:ext cx="64008" cy="2606040"/>
          </a:xfrm>
          <a:prstGeom prst="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645920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计算占了哪些资源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93391"/>
            <a:ext cx="5020055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每个 C-tile 带一份固定配额
（占几条计算单元、吃多少内存带宽）
按流图的起止时间扫一遍
就得到每个时刻还剩多少给通信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389120"/>
            <a:ext cx="11109960" cy="15087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4944" y="4443983"/>
            <a:ext cx="10853928" cy="13990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若让编译器再手填一张「谁生产哪一包」的表，容易和切块网格不一致。规定「只能按 C-tile 整块合并」，表就是一个除法，检查对齐即可。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合同一页纸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求解器看见什么、交出什么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53212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170432"/>
            <a:ext cx="64008" cy="3063240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5239512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吃进去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09344"/>
            <a:ext cx="5202936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原来就有的：网络怎么连、链路多慢、
AllReduce、Ring/HD 怎么传
新加上的：tiling、计算流图
（以及切几块打一包、写出延迟两个数）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170432"/>
            <a:ext cx="5349240" cy="3063240"/>
          </a:xfrm>
          <a:prstGeom prst="roundRect">
            <a:avLst/>
          </a:prstGeom>
          <a:solidFill>
            <a:srgbClr val="1C2739"/>
          </a:solidFill>
          <a:ln>
            <a:solidFill>
              <a:srgbClr val="3345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0" y="1170432"/>
            <a:ext cx="64008" cy="3063240"/>
          </a:xfrm>
          <a:prstGeom prst="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261872"/>
            <a:ext cx="5056631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交出来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09344"/>
            <a:ext cx="5020055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E5ECF5"/>
                </a:solidFill>
                <a:latin typeface="Droid Sans Fallback"/>
              </a:rPr>
              <a:t>通信时刻表：哪一包、何时、走哪条路
保证：没有任何一包早于它的 ready
不交：新的切块方案、新的计算顺序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11109960" cy="14173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4535424"/>
            <a:ext cx="10853928" cy="1307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目标函数从「通信越早结束越好」改成「整个融合算子越早结束越好」。因为计算收工时间已经由流图钉死，求解器真正能抠的是：通信怎样咬着计算的尾巴往前叠。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直觉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一张图看完数据怎么走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17319" y="1463040"/>
            <a:ext cx="105156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1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编译器把 Y
切成 C-tile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0439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463040"/>
            <a:ext cx="105156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599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按流图一块块算
写完才算有货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78040" y="1463040"/>
            <a:ext cx="105156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有货的包立刻进
AllReduce 时刻表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2057400"/>
            <a:ext cx="411480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200" b="1">
                <a:solidFill>
                  <a:srgbClr val="8294AE"/>
                </a:solidFill>
                <a:latin typeface="Droid Sans Fallback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81159" y="1280160"/>
            <a:ext cx="2606040" cy="214884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0058399" y="1463040"/>
            <a:ext cx="105156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399" y="1463040"/>
            <a:ext cx="10515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8FAFD"/>
                </a:solidFill>
                <a:latin typeface="Droid Sans Fallback"/>
              </a:rPr>
              <a:t>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19" y="1965960"/>
            <a:ext cx="2331720" cy="1234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0">
                <a:solidFill>
                  <a:srgbClr val="E5ECF5"/>
                </a:solidFill>
                <a:latin typeface="Droid Sans Fallback"/>
              </a:rPr>
              <a:t>所有包加总完成
每张卡都有完整 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703320"/>
            <a:ext cx="109728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「切」和「算」的规则来自计算编译器，开会前就定死</a:t>
            </a:r>
          </a:p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「叠」才是本次要扩展的求解器：只在有货之后插通信</a:t>
            </a:r>
          </a:p>
          <a:p>
            <a:pPr>
              <a:spcAft>
                <a:spcPts val="800"/>
              </a:spcAft>
              <a:defRPr sz="1600">
                <a:solidFill>
                  <a:srgbClr val="E5ECF5"/>
                </a:solidFill>
                <a:latin typeface="Droid Sans Fallback"/>
              </a:defRPr>
            </a:pPr>
            <a:r>
              <a:t>•  任何试图在「叠」里改「切」的方案，都退回上一页的不建议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120640"/>
            <a:ext cx="11109960" cy="118872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5175503"/>
            <a:ext cx="10853928" cy="10789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验收很好懂：融合后的总时间，应明显短于「先算完再 AllReduce」；且数值与两阶段结果一致（加法顺序若要求确定，邻居关系必须冻住）。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明确不做，避免范围膨胀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170432"/>
            <a:ext cx="306324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不搜切块长宽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117043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交给 Triton / AscendC / 手工 kernel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47672"/>
            <a:ext cx="3063240" cy="310896"/>
          </a:xfrm>
          <a:prstGeom prst="roundRect">
            <a:avLst/>
          </a:prstGeom>
          <a:solidFill>
            <a:srgbClr val="E14848"/>
          </a:solidFill>
          <a:ln>
            <a:solidFill>
              <a:srgbClr val="E148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94767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不重排计算顺序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194767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改顺序就是改矩阵乘实现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72491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72491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不把激活挪过 AllReduce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272491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会改数值，必须事先钉死在前或在后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50215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50215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不在求解器里枚举网卡队列绑法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350215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通信并发路数当已知数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279392"/>
            <a:ext cx="306324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279392"/>
            <a:ext cx="3063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F8FAFD"/>
                </a:solidFill>
                <a:latin typeface="Droid Sans Fallback"/>
              </a:rPr>
              <a:t>不把「试几套切块」塞进同一个方程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4279392"/>
            <a:ext cx="7680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E5ECF5"/>
                </a:solidFill>
                <a:latin typeface="Droid Sans Fallback"/>
              </a:rPr>
              <a:t>外层试 3～5 套，每套单独求一次通信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建议与下一步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F8FAFD"/>
                </a:solidFill>
                <a:latin typeface="Droid Sans Fallback"/>
              </a:rPr>
              <a:t>立项口径：扩展现有集合通信求解器，支持「带就绪时间的 AllReduce」；计算切块仍由计算编译器给定。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2176272"/>
            <a:ext cx="502920" cy="310896"/>
          </a:xfrm>
          <a:prstGeom prst="round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冻结接口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tiling + 计算流图
两份输入写进合同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93592" y="2176272"/>
            <a:ext cx="502920" cy="310896"/>
          </a:xfrm>
          <a:prstGeom prst="roundRect">
            <a:avLst/>
          </a:prstGeom>
          <a:solidFill>
            <a:srgbClr val="25C8DD"/>
          </a:solidFill>
          <a:ln>
            <a:solidFill>
              <a:srgbClr val="25C8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最小内核改动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原求解器加一条
「未就绪不准发」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3951" y="2176272"/>
            <a:ext cx="502920" cy="310896"/>
          </a:xfrm>
          <a:prstGeom prst="roundRect">
            <a:avLst/>
          </a:prstGeom>
          <a:solidFill>
            <a:srgbClr val="21B573"/>
          </a:solidFill>
          <a:ln>
            <a:solidFill>
              <a:srgbClr val="21B5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1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先冻通信算法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Ring/HD 给定
只排重叠时刻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9719" y="2011680"/>
            <a:ext cx="2697480" cy="2331720"/>
          </a:xfrm>
          <a:prstGeom prst="roundRect">
            <a:avLst/>
          </a:prstGeom>
          <a:solidFill>
            <a:srgbClr val="1C2739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54311" y="2176272"/>
            <a:ext cx="502920" cy="310896"/>
          </a:xfrm>
          <a:prstGeom prst="roundRect">
            <a:avLst/>
          </a:prstGeom>
          <a:solidFill>
            <a:srgbClr val="FF9933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54311" y="2176272"/>
            <a:ext cx="5029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8FAFD"/>
                </a:solidFill>
                <a:latin typeface="Droid Sans Fallback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72599" y="2697480"/>
            <a:ext cx="233172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F8FAFD"/>
                </a:solidFill>
                <a:latin typeface="Droid Sans Fallback"/>
              </a:rPr>
              <a:t>用总时间验收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599" y="3154680"/>
            <a:ext cx="233172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E5ECF5"/>
                </a:solidFill>
                <a:latin typeface="Droid Sans Fallback"/>
              </a:rPr>
              <a:t>对比两阶段基线
数值必须一致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17720"/>
            <a:ext cx="11109960" cy="1280160"/>
          </a:xfrm>
          <a:prstGeom prst="roundRect">
            <a:avLst/>
          </a:prstGeom>
          <a:solidFill>
            <a:srgbClr val="3A3016"/>
          </a:solidFill>
          <a:ln>
            <a:solidFill>
              <a:srgbClr val="FF99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672583"/>
            <a:ext cx="10853928" cy="11704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E5ECF5"/>
                </a:solidFill>
                <a:latin typeface="Droid Sans Fallback"/>
              </a:rPr>
              <a:t>背景  详细输入合同见 docs/fusion_milp_input.md。本页是给决策用的边界：谁负责切块，谁负责发数据，互不越权。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91440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00" b="1">
                <a:solidFill>
                  <a:srgbClr val="25C8DD"/>
                </a:solidFill>
                <a:latin typeface="Droid Sans Fallback"/>
              </a:rPr>
              <a:t>备忘  /  可留在材料最后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438912"/>
            <a:ext cx="110642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8FAFD"/>
                </a:solidFill>
                <a:latin typeface="Droid Sans Fallback"/>
              </a:rPr>
              <a:t>附录：一分钟对照表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950976"/>
            <a:ext cx="914400" cy="41148"/>
          </a:xfrm>
          <a:prstGeom prst="rect">
            <a:avLst/>
          </a:prstGeom>
          <a:solidFill>
            <a:srgbClr val="266CFF"/>
          </a:solidFill>
          <a:ln>
            <a:solidFill>
              <a:srgbClr val="266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247120" y="6492240"/>
            <a:ext cx="411480" cy="182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800" b="0">
                <a:solidFill>
                  <a:srgbClr val="8294AE"/>
                </a:solidFill>
                <a:latin typeface="Droid Sans Fallback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15568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GEMM / MM / Linear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49039" y="1115568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矩阵乘 Y = XW，大模型最重的计算之一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AllReduce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1737360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多卡各持一份数，结束时每卡都有总和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359152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tiling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359152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把大矩阵切成小矩形（C-tile）以便放进片上缓存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80944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计算流图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980944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这些 C-tile 的计算顺序和每块耗时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02736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MILP 综合器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3602736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自动排出集合通信时刻表的整数规划器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224528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融合算子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4224528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同一段内核里边算矩阵乘边做 AllReduce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846320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ready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4846320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某一包数据对通信可见的最早时刻（由流图推出）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468112"/>
            <a:ext cx="301752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25C8DD"/>
                </a:solidFill>
                <a:latin typeface="Droid Sans Fallback"/>
              </a:rPr>
              <a:t>Ring / HD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5468112"/>
            <a:ext cx="77724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E5ECF5"/>
                </a:solidFill>
                <a:latin typeface="Droid Sans Fallback"/>
              </a:rPr>
              <a:t>AllReduce 的两种经典传法；本方案建议给定、不搜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融合算子自动生成 MM+AllReduce</dc:title>
  <dc:subject>领导汇报：计算编译器给定切块与流图，MILP 只编通信</dc:subject>
  <dc:creator>Cursor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